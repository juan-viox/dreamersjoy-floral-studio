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&amp; Replenishment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07592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07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(Wyckoff) → Cedar Hill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46304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719072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691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Hill → Valley Hospital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187452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130552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30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1031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 Hospital → Garden State Plaza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28600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542032"/>
            <a:ext cx="274320" cy="27432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5146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GSP → Studio (return)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2697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2.5 hrs/run · 3x/week · $960–$1,200/mo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28016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371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DUTIES PER STOP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20640" y="16916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Load arrangements at studio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19842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Remove expired/wilted product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22768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Load fresh using FIFO rotation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25694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Clean machine (glass, shelves, drip tray)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28620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 temperature via IoT app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1546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Photo-document inventory levels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78638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  <a:gridCol w="24688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Part-time employee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$18–$22/hr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$1,200–$2,000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Per-route flat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$75–$100/route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$900–$1,200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5–8% gross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$900–$1,600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Studio Production Schedule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28346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Designer prepares Monday batch (24–36 pcs)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 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restock route (all 3 machines)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Designer prepares Wednesday batch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Wednesday 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Top-off restock 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Thursday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Designer prepares Friday/weekend batch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 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prep restock 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batch = 8–12 arrangements per machine × machines being restocked = 24–36 pieces per production session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studio = production hub. Vending machines = distribution channel. No separate facility needed.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Vehicle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18872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(2-3yr)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 Transit Connect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$30K–$35K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$18K–$24K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$350–$450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machines (starter)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ProMaster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$32K–$37K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$19K–$25K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$375–$475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machines (value)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Mercedes Metris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$36K–$42K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$22K–$28K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$400–$550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machines (premium)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 Transit (full)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$42K–$55K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$26K–$35K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$500–$700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5–10+ machines (scale)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SUV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phase (1–2)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20040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3200400"/>
            <a:ext cx="2560320" cy="25603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existing personal vehicle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$0/month · Adequate for 1 machine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29000" y="320040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3200400"/>
            <a:ext cx="256032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0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520440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Ford Transit Connect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$350–$450/mo · Perfect for 3 machines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20040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B8A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3200400"/>
            <a:ext cx="2560320" cy="25603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09360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ProMaster/Metris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$400–$550/mo · Scale to 5+ machines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Vehicle Operating Costs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097280" cy="0"/>
          </a:xfrm>
          <a:prstGeom prst="line">
            <a:avLst/>
          </a:prstGeom>
          <a:noFill/>
          <a:ln w="25400">
            <a:solidFill>
              <a:srgbClr val="8B7355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Vehicle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Leased Transit Connect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$350–$450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(~300 mi/month)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$60–$80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$70–$90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(commercial)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$50–$100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$100–$200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$25–$50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in 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 / tolls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$20–$40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$20–$40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$155–$270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$540–$780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Setup Essentials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Portable cooler units ($150–$400) — maintain temp during hot weather transport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431596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Non-slip cargo mats ($50–$100) — prevent sliding during turns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4517136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Arrangement trays with dividers ($20–$40 ea) — keep vessels upright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4718304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DreamersJoy vehicle wrap ($800–$2,000) — doubles as mobile advertising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DreamersJoy Floral Studio  ·  Bergen County, NJ  ·  Prepared by VioX AI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DreamersJoy Floral Vending - Driver &amp; Vehicle Operations (Supplement)</dc:title>
  <dc:subject>PptxGenJS Presentation</dc:subject>
  <dc:creator>VioX AI</dc:creator>
  <cp:lastModifiedBy>VioX AI</cp:lastModifiedBy>
  <cp:revision>1</cp:revision>
  <dcterms:created xsi:type="dcterms:W3CDTF">2026-04-11T00:47:36Z</dcterms:created>
  <dcterms:modified xsi:type="dcterms:W3CDTF">2026-04-11T00:47:36Z</dcterms:modified>
</cp:coreProperties>
</file>