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0" y="1371600"/>
            <a:ext cx="1828800" cy="0"/>
          </a:xfrm>
          <a:prstGeom prst="line">
            <a:avLst/>
          </a:prstGeom>
          <a:noFill/>
          <a:ln w="12700">
            <a:solidFill>
              <a:srgbClr val="8B7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Floral Vending Machine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Plan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 &amp; Wyckoff, New Jersey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3840480"/>
            <a:ext cx="1828800" cy="0"/>
          </a:xfrm>
          <a:prstGeom prst="line">
            <a:avLst/>
          </a:prstGeom>
          <a:noFill/>
          <a:ln w="6350">
            <a:solidFill>
              <a:srgbClr val="8B7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DreamersJoy Floral Studio · VioX 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50876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178308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8720" y="205740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1031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233172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77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2377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Strategy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8720" y="260604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2651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288036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26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2926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88720" y="315468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004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200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Brand Strategy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88720" y="342900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74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34747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88720" y="370332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7490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37490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88720" y="397764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23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Team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88720" y="425196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97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4297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188720" y="4526280"/>
            <a:ext cx="6858000" cy="0"/>
          </a:xfrm>
          <a:prstGeom prst="line">
            <a:avLst/>
          </a:prstGeom>
          <a:noFill/>
          <a:ln w="6350">
            <a:solidFill>
              <a:srgbClr val="E2DDD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1828800" cy="1280160"/>
          </a:xfrm>
          <a:prstGeom prst="rect">
            <a:avLst/>
          </a:prstGeom>
          <a:solidFill>
            <a:srgbClr val="334155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$196K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HHI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Wyckoff, NJ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12801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$172K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379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Y1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 has no flower vending machine operators. The nearest is 20 miles away in Jersey City. This represents a blue ocean opportunity in one of America's most affluent counties.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$27K–$46K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3-machine launch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3–6 months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474720"/>
            <a:ext cx="3931920" cy="1188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3566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 PROFIT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$122K–$172K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0" y="4114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(3 machines)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5-Year: $1.5M–$2.3M cumulative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Sarah De Jesus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County, New Jersey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floral design studio offering: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arrangements &amp; bouquets
• Floral subscriptions (home &amp; office)
• Open house &amp; home styling
• Invitation-based floral experiences
• Local delivery throughout Northern NJ
</a:t>
            </a:r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dreamersjoystudio.com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657600" cy="29260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FLORAL VENDING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54864" cy="2286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7373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supply chain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54864" cy="2286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brand recognition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54864" cy="2286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468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pricing already in place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834640"/>
            <a:ext cx="54864" cy="2286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2834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expertise = premium quality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200400"/>
            <a:ext cx="54864" cy="2286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3200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COGS than new entrant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566160"/>
            <a:ext cx="54864" cy="2286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3566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= production 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Analysis: Industry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1828800" cy="1280160"/>
          </a:xfrm>
          <a:prstGeom prst="rect">
            <a:avLst/>
          </a:prstGeom>
          <a:solidFill>
            <a:srgbClr val="334155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(CAGR)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128016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379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Vending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Industry Trends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AI-powered inventory management reducing spoilage 30–40%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1071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IoT real-time temperature and sales monitoring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6674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Contactless/cashless payment adoption accelerating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2277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Flower vending = 35–38% of self-service floral retail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7880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Sustainability: solar-powered units, biodegradable packaging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Market Demographics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645920"/>
                <a:gridCol w="2103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Wyckoff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$196,632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Ridgewood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Franklin Lakes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Saddle 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$250,000+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Bergen County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$109,497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avg Mother's Day flower spend: $71. Bergen County premium pricing ($45–$95) is well within market tolerance.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118872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Creations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Newport Centre Mall, Jersey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$45–$85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(only NJ)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Venus et Fleur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Garden State Plaza, Paramus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$100–$500+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24Hour Florist Inc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rental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QuickFlora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 Lauderdale,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operators in Bergen County. Nearest competitor is 20 miles away. This is a first-mover opportunity.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Existing brand &amp; reputation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Design expertise + supply 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competition locally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140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Affluent target market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931920" cy="1508760"/>
          </a:xfrm>
          <a:prstGeom prst="rect">
            <a:avLst/>
          </a:prstGeom>
          <a:solidFill>
            <a:srgbClr val="F5F0EB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533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Perishable inventory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vending experience yet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1579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Weather sensitivity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4140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Limited initial capital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3931920" cy="1508760"/>
          </a:xfrm>
          <a:prstGeom prst="rect">
            <a:avLst/>
          </a:prstGeom>
          <a:solidFill>
            <a:srgbClr val="334155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44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Blue ocean market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59359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Valley Hospital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84962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GSP flower gap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1056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Seasonal revenue spikes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971800"/>
            <a:ext cx="3931920" cy="1508760"/>
          </a:xfrm>
          <a:prstGeom prst="rect">
            <a:avLst/>
          </a:prstGeom>
          <a:solidFill>
            <a:srgbClr val="8B7355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44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33756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 competitor entry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59359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Spoilage/waste exceeding 20%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84962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Economic downturn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41056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Location lease changes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Pricing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Grab &amp; 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$28–$35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bouquet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97480" y="1280160"/>
            <a:ext cx="1828800" cy="1828800"/>
          </a:xfrm>
          <a:prstGeom prst="rect">
            <a:avLst/>
          </a:prstGeom>
          <a:solidFill>
            <a:srgbClr val="334155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280160"/>
            <a:ext cx="1828800" cy="20116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280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9748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1847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$45–$55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9748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mix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847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$65–$75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5488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piece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128016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1847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$85–$95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gift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30–35%  |  Gross Margin: 58–70%  |  Holiday Premium: +30–50%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9202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Petite Bouquet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$8–$12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$28–$35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Bouquet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$15–$20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$45–$55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63–67%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Bouquet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$30–$40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$85–$95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58–65%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Petite Arrangement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$18–$25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$55–$65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62–67%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Arrangement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$45–$55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$110–$125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56–59%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Valley Hospital, Paramus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$800M facility opened April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beds, 40-acre campus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competing flower vendor on 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854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visitors = highest emotional purchase intent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daily visitor traffic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2103120" cy="1005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25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96/100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0" y="2468880"/>
            <a:ext cx="2103120" cy="6400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$10K–$15K/mo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Facilities management or gift shop operator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Westfield Garden State Plaza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16th largest mall in the United States (2.1M sq ft)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stores, millions of annual visitors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Venus et Fleur just closed = ready-made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854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Small Business Program for entrepreneurs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foot traffic, impulse buying environment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2103120" cy="1005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25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92/100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0" y="2468880"/>
            <a:ext cx="2103120" cy="6400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$8K–$13K/mo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Westfield Small Business Program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Cedar Hill Shopping Center, Wyckoff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43,370 sq ft center in home territory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955,000 annual visits within 3 miles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 household income: $218,112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854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brand recognition advantage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Centers managed property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2103120" cy="1005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25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85/100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400800" y="2468880"/>
            <a:ext cx="2103120" cy="6400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$5K–$8K/mo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Regency Centers property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Operations: Restocking Route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16736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16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→ Cedar Hill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773936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73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Hill → Valley Hospital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9385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231136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31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1945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Hospital → GSP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3957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688336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651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 → Studio (return)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28529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280160"/>
            <a:ext cx="3657600" cy="21031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371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· Wed · Fri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 per week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2286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hrs per 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 per stop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$960–$1,200/mo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studio IS the supply chain. The machines are a new distribution channel for existing operations.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Operations: Driver &amp; Staffing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$18–$22/hr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$1,200–$2,000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days/week, 4–6 hrs/day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$20–$25/hr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$1,400–$2,200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no benefits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Per-route flat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$75–$100/route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$900–$1,200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routes/week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5–8% gross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$900–$1,600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incentives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Part-time at $20/hr, 3 days/week, 4 hours/day = $960–$1,200/month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Schedule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0332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0175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Monday batch (24–36 pcs)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 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restock (all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Wednesday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 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Top-off restock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 Friday 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 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prep restock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Operations: Delivery Vehicle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097280"/>
                <a:gridCol w="25603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 Transit Connect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$30K–$35K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$18K–$24K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$350–$450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machines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ProMaster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$32K–$37K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$19K–$25K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$375–$475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machines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Mercedes Metris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$36K–$42K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$22K–$28K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$400–$550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(premium)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 Transit (full)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$42K–$55K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$26K–$35K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SUV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(1–2)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4688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Leased Van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$350–$450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$60–$80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$70–$90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$50–$100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$100–$200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$25–$50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Incl. in lease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$155–$270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$540–$780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Plan: Startup Investment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0312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Machines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Refrigerated vending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$8,000–$12,000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$24,000–$36,000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flower 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$1,500–$3,000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LLC / registration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$125–$500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$125–$500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(annual)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branding / wrap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$1,500–$6,000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setup (coolers, mats, trays)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$9,625–$16,700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$27,625–$46,700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Self-funded from business reserves (recommended) or SBA microloan up to $50K. No equity dilution needed.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P&amp;L (3 Machines)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3931920" cy="411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REVENUE: $22,000–$35,000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 inventory (COGS 30–35%)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$6,600–$12,250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/ restocking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$1,000–$1,500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commissions (15%)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$3,300–$5,250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$155–$780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$90–$300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$50–$150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$150–$300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processing (2.7%)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$594–$945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$11,939–$21,475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0" y="1280160"/>
            <a:ext cx="3474720" cy="2560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$10,061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–$13,525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02920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$120K–$162K/year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Financial Projection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371600"/>
                <a:gridCol w="1463040"/>
                <a:gridCol w="1463040"/>
                <a:gridCol w="1737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$22K–$35K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$264K–$420K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$120K–$162K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$120K–$162K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$45K–$70K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$540K–$840K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$200K–$350K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$320K–$512K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$70K–$100K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$840K–$1.2M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$300K–$500K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$620K–$1M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$90K–$120K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$1.08M–$1.44M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$400K–$600K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$1M–$1.6M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$100K–$140K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$1.2M–$1.68M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$500K–$700K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$1.5M–$2.3M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Cumulative Net Profit: $1.5M – $2.3M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initial investment of $27K–$47K  ·  ROI: 3,100%–4,900%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4206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Spoilage / waste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monitoring, FIFO, 3x/week restock, 15%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failure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Warranty, remote diagnostics, service contract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Multi-year contracts, exclusivity clauses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 entry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First-mover advantage, locked premium locations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dips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 premiums, product mix adjustment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business licensing, health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Vandalism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integration, supervised locations,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0160"/>
            <a:ext cx="192024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1–3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machine at Valley Hospital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model, optimize operations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280160"/>
            <a:ext cx="1920240" cy="2743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GSP + Cedar Hill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3-machine network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280160"/>
            <a:ext cx="192024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Months 7–12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5–7 machines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Bergen County coverage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12801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280160"/>
            <a:ext cx="1920240" cy="27432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machines, franchise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Passaic, Essex, Rockland NY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Vision: 10–15 machines · $400K–$700K annual revenue · Bergen County market leader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Team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0160"/>
            <a:ext cx="54864" cy="13258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Sarah De Jesus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Creative Director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 design expertise, brand vision,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relationships, quality standards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80160"/>
            <a:ext cx="54864" cy="13258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Juan Alvarado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645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 &amp; Technology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1920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strategy, technology integration,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CRM/analytics, growth planning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34640"/>
            <a:ext cx="54864" cy="13258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Manager (TBH)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200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474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management, driver coordination,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optimization, location relationships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834640"/>
            <a:ext cx="54864" cy="13258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Floral Designer (Existing)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3200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3474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 creation for machines,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palette-driven design execution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78992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0759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075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LLC for vending operation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27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first refrigerated vending machine ($8–12K)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94767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476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Valley Hospital facilities management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26771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67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Westfield GSP Small Business Program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58775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87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Regency Centers (Cedar Hill)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0779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077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DreamersJoy-branded machine wrap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2783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27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inventory tracking system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54787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47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part-time driver ($20/hr)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867912"/>
            <a:ext cx="237744" cy="23774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679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first machine — target: within 60 days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MACHINE OPERATIONAL WITHIN 60 DAYS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Vending  ·  Business Plan 2026–2028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Open.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0" y="1828800"/>
            <a:ext cx="1828800" cy="0"/>
          </a:xfrm>
          <a:prstGeom prst="line">
            <a:avLst/>
          </a:prstGeom>
          <a:noFill/>
          <a:ln w="12700">
            <a:solidFill>
              <a:srgbClr val="8B7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11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County has zero flower vending machines,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one million residents, and some of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household incomes in America.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is uniquely positioned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own this space.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3749040"/>
            <a:ext cx="1828800" cy="0"/>
          </a:xfrm>
          <a:prstGeom prst="line">
            <a:avLst/>
          </a:prstGeom>
          <a:noFill/>
          <a:ln w="6350">
            <a:solidFill>
              <a:srgbClr val="8B7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dreamersjoystudio.com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VioX AI  ·  Business Plan 2026–2028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DreamersJoy Floral Vending — Full Business Plan 2026-2028</dc:title>
  <dc:subject>PptxGenJS Presentation</dc:subject>
  <dc:creator>VioX AI</dc:creator>
  <cp:lastModifiedBy>VioX AI</cp:lastModifiedBy>
  <cp:revision>1</cp:revision>
  <dcterms:created xsi:type="dcterms:W3CDTF">2026-04-11T01:06:45Z</dcterms:created>
  <dcterms:modified xsi:type="dcterms:W3CDTF">2026-04-11T01:06:45Z</dcterms:modified>
</cp:coreProperties>
</file>